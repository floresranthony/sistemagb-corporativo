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e62a156f1408c" /><Relationship Type="http://schemas.openxmlformats.org/officeDocument/2006/relationships/extended-properties" Target="/docProps/app.xml" Id="R7b2e60bfa6794a3c" /><Relationship Type="http://schemas.openxmlformats.org/officeDocument/2006/relationships/officeDocument" Target="/ppt/presentation.xml" Id="R90ce30b3ce09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d6dfec4f74106"/>
  </p:sldMasterIdLst>
  <p:notesMasterIdLst>
    <p:notesMasterId xmlns:r="http://schemas.openxmlformats.org/officeDocument/2006/relationships" r:id="R187df060ee2d4213"/>
  </p:notesMasterIdLst>
  <p:sldIdLst>
    <p:sldId xmlns:r="http://schemas.openxmlformats.org/officeDocument/2006/relationships" id="256" r:id="R396695bc148d4da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74b0a2a6c4ba1" /><Relationship Type="http://schemas.openxmlformats.org/officeDocument/2006/relationships/slideMaster" Target="/ppt/slideMasters/slideMaster1.xml" Id="R56ed6dfec4f74106" /><Relationship Type="http://schemas.openxmlformats.org/officeDocument/2006/relationships/notesMaster" Target="/ppt/notesMasters/notesMaster1.xml" Id="R187df060ee2d4213" /><Relationship Type="http://schemas.openxmlformats.org/officeDocument/2006/relationships/presProps" Target="/ppt/presProps.xml" Id="Rcbd162ee88ed4901" /><Relationship Type="http://schemas.openxmlformats.org/officeDocument/2006/relationships/tableStyles" Target="/ppt/tableStyles.xml" Id="R5f47b62199ad4b93" /><Relationship Type="http://schemas.openxmlformats.org/officeDocument/2006/relationships/slide" Target="/ppt/slides/slide1.xml" Id="R396695bc148d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9c9b3a6b7a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2425c11154c04" /><Relationship Type="http://schemas.openxmlformats.org/officeDocument/2006/relationships/notesMaster" Target="/ppt/notesMasters/notesMaster1.xml" Id="R7283c5a717df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d91908cd04d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8ef40e63904af3" /><Relationship Type="http://schemas.openxmlformats.org/officeDocument/2006/relationships/slideLayout" Target="/ppt/slideLayouts/slideLayout1.xml" Id="Rfe1f97dae5de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f97dae5de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8a3f581f243b2" /><Relationship Type="http://schemas.openxmlformats.org/officeDocument/2006/relationships/notesSlide" Target="/ppt/notesSlides/notesSlide1.xml" Id="R25c5cd8cf5f54f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B03FD-BB39-4FC5-93A6-A42839C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676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CRONOGRAMA DE INICIO DE EJECUCIÓN DEL SERVICIO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B9E24-A555-4539-8821-1844EDC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Servicio: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443E6-945F-43E7-949D-BAA7E676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Limpieza Convencional e Industrial - Grupo RANSA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62763-FA85-4986-8C04-74B3AC03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Cobertura: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5B49D-53B6-4F47-90DA-1C8C0D66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 sedes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952625"/>
          <a:ext xmlns:a="http://schemas.openxmlformats.org/drawingml/2006/main" cx="17183100" cy="752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1952625"/>
                <a:gridCol w="1047750"/>
                <a:gridCol w="1047750"/>
                <a:gridCol w="1047750"/>
                <a:gridCol w="1047750"/>
                <a:gridCol w="494347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Duración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Ago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Ago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S2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Ago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Ago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Responsable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Planificación y coordinación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del inicio del servicio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días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Gerencia de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Operaciones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Reclutamiento y selección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personal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15 días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RR.HH.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Exámenes Médicos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Ocupacionales (EMO)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 día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Médico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Ocupacional /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RR.HH.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 de contratos y entrega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 documentos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días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RR.HH.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Compra y preparación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materiales e insumos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 días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Traslado de materiales y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equipos a las 25 sedes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 días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Entrega de Equipos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Protección Personal (EPP)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días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SSOMA / Almacén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Inducción corporativa y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Seguridad y Salud en el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Trabajo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 días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SSOMA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Inducción específica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RANSA y reconocimiento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sedes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días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Supervisor del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Servicio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Asignación del personal por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sede y turno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días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Operaciones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Inspección inicial de equipos y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herramientas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 días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Verificación de stock inicial de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materiales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 día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 anchor="ctr">
                    <a:solidFill>
                      <a:srgbClr val="DCE5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Inicio oficial del servicio en las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 sedes</a:t>
                      </a:r>
                    </a:p>
                  </a:txBody>
                  <a:tcPr marL="91440" marR="91440" marT="45720" marB="45720" anchor="ctr">
                    <a:solidFill>
                      <a:srgbClr val="4772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 día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Operaciones</a:t>
                      </a:r>
                    </a:p>
                  </a:txBody>
                  <a:tcPr marL="91440" marR="91440" marT="45720" marB="45720" anchor="ctr">
                    <a:solidFill>
                      <a:srgbClr val="C9D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64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2026-08-17T03:33:16.0980000Z</dcterms:created>
  <dcterms:modified xsi:type="dcterms:W3CDTF">2026-08-17T03:33:16.0980000Z</dcterms:modified>
</coreProperties>
</file>